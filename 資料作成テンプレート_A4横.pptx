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0" r:id="rId1"/>
  </p:sldMasterIdLst>
  <p:notesMasterIdLst>
    <p:notesMasterId r:id="rId14"/>
  </p:notesMasterIdLst>
  <p:sldIdLst>
    <p:sldId id="267" r:id="rId2"/>
    <p:sldId id="258" r:id="rId3"/>
    <p:sldId id="259" r:id="rId4"/>
    <p:sldId id="266" r:id="rId5"/>
    <p:sldId id="260" r:id="rId6"/>
    <p:sldId id="261" r:id="rId7"/>
    <p:sldId id="264" r:id="rId8"/>
    <p:sldId id="262" r:id="rId9"/>
    <p:sldId id="263" r:id="rId10"/>
    <p:sldId id="265" r:id="rId11"/>
    <p:sldId id="268" r:id="rId12"/>
    <p:sldId id="269" r:id="rId13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8EB"/>
    <a:srgbClr val="02182E"/>
    <a:srgbClr val="F7F8F9"/>
    <a:srgbClr val="DEE2E4"/>
    <a:srgbClr val="E6E8EA"/>
    <a:srgbClr val="677482"/>
    <a:srgbClr val="D7000F"/>
    <a:srgbClr val="B18E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60"/>
    <p:restoredTop sz="96327"/>
  </p:normalViewPr>
  <p:slideViewPr>
    <p:cSldViewPr snapToGrid="0">
      <p:cViewPr varScale="1">
        <p:scale>
          <a:sx n="109" d="100"/>
          <a:sy n="109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b="1" i="0">
                <a:latin typeface="Meiryo" panose="020B0604030504040204" pitchFamily="34" charset="-128"/>
                <a:ea typeface="Meiryo" panose="020B0604030504040204" pitchFamily="34" charset="-128"/>
              </a:rPr>
              <a:t>グラフタイトル</a:t>
            </a:r>
            <a:endParaRPr lang="en-US" altLang="ja-JP" b="1" i="0" dirty="0">
              <a:latin typeface="Meiryo" panose="020B0604030504040204" pitchFamily="34" charset="-128"/>
              <a:ea typeface="Meiryo" panose="020B0604030504040204" pitchFamily="34" charset="-12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49-C540-8C8E-3BA13D35B00A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C49-C540-8C8E-3BA13D35B00A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C49-C540-8C8E-3BA13D35B00A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C49-C540-8C8E-3BA13D35B00A}"/>
              </c:ext>
            </c:extLst>
          </c:dPt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9-C540-8C8E-3BA13D3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71478144"/>
        <c:axId val="271467840"/>
      </c:barChart>
      <c:catAx>
        <c:axId val="27147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pPr>
            <a:endParaRPr lang="ja-JP"/>
          </a:p>
        </c:txPr>
        <c:crossAx val="271467840"/>
        <c:crosses val="autoZero"/>
        <c:auto val="1"/>
        <c:lblAlgn val="ctr"/>
        <c:lblOffset val="100"/>
        <c:noMultiLvlLbl val="0"/>
      </c:catAx>
      <c:valAx>
        <c:axId val="271467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147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b="1" i="0">
                <a:latin typeface="Meiryo" panose="020B0604030504040204" pitchFamily="34" charset="-128"/>
                <a:ea typeface="Meiryo" panose="020B0604030504040204" pitchFamily="34" charset="-128"/>
              </a:rPr>
              <a:t>グラフタイトル</a:t>
            </a:r>
            <a:endParaRPr lang="en-US" altLang="ja-JP" b="1" i="0" dirty="0">
              <a:latin typeface="Meiryo" panose="020B0604030504040204" pitchFamily="34" charset="-128"/>
              <a:ea typeface="Meiryo" panose="020B0604030504040204" pitchFamily="34" charset="-12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rgbClr val="C00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49-C540-8C8E-3BA13D35B00A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rgbClr val="C00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DC49-C540-8C8E-3BA13D35B00A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rgbClr val="C00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C49-C540-8C8E-3BA13D35B00A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8575" cap="rnd">
                <a:solidFill>
                  <a:srgbClr val="C00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DC49-C540-8C8E-3BA13D35B00A}"/>
              </c:ext>
            </c:extLst>
          </c:dPt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49-C540-8C8E-3BA13D3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1478144"/>
        <c:axId val="271467840"/>
      </c:lineChart>
      <c:catAx>
        <c:axId val="27147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pPr>
            <a:endParaRPr lang="ja-JP"/>
          </a:p>
        </c:txPr>
        <c:crossAx val="271467840"/>
        <c:crosses val="autoZero"/>
        <c:auto val="1"/>
        <c:lblAlgn val="ctr"/>
        <c:lblOffset val="100"/>
        <c:noMultiLvlLbl val="0"/>
      </c:catAx>
      <c:valAx>
        <c:axId val="271467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147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0AB26-9112-414F-9F56-6834590D5BBC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583ED-FB8D-4346-9FD8-919F7A6379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66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AA4BBD2-9750-22D5-A2C7-ECF5937B5D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040" y="2149"/>
            <a:ext cx="10694853" cy="755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2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9D3239C3-81E6-5A80-8E34-57BEEBE6B6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078" y="1"/>
            <a:ext cx="10697891" cy="7559674"/>
          </a:xfrm>
          <a:prstGeom prst="rect">
            <a:avLst/>
          </a:prstGeom>
        </p:spPr>
      </p:pic>
      <p:sp>
        <p:nvSpPr>
          <p:cNvPr id="40" name="スライド番号プレースホルダー 39">
            <a:extLst>
              <a:ext uri="{FF2B5EF4-FFF2-40B4-BE49-F238E27FC236}">
                <a16:creationId xmlns:a16="http://schemas.microsoft.com/office/drawing/2014/main" id="{C39C7798-B63D-DEC4-BF37-0940B94AA93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‹#›</a:t>
            </a:fld>
            <a:endParaRPr kumimoji="1" lang="ja-JP" altLang="en-US">
              <a:solidFill>
                <a:srgbClr val="021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78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基本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7E9B3E7-7AD1-8299-DAB4-FDC6DCFDE9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040" y="1"/>
            <a:ext cx="10697891" cy="7559674"/>
          </a:xfrm>
          <a:prstGeom prst="rect">
            <a:avLst/>
          </a:prstGeom>
        </p:spPr>
      </p:pic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80FDC94-DDBB-E715-CA45-8A37E36DD5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992" y="733248"/>
            <a:ext cx="756356" cy="3956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rgbClr val="D7000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CDA1B193-97AC-F317-1C94-921E9AA47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3632" y="733248"/>
            <a:ext cx="6502576" cy="3956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rgbClr val="02182E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7B2D9C-4227-8B3A-E35D-4298653697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‹#›</a:t>
            </a:fld>
            <a:endParaRPr kumimoji="1" lang="ja-JP" altLang="en-US">
              <a:solidFill>
                <a:srgbClr val="021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13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スライド番号プレースホルダー 13">
            <a:extLst>
              <a:ext uri="{FF2B5EF4-FFF2-40B4-BE49-F238E27FC236}">
                <a16:creationId xmlns:a16="http://schemas.microsoft.com/office/drawing/2014/main" id="{B3901603-9DC6-3EA8-77FC-2C60C832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2128" y="6960925"/>
            <a:ext cx="2405062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F902928F-94CC-A748-AE90-3A424BDEF7C8}" type="slidenum">
              <a:rPr kumimoji="1" lang="ja-JP" altLang="en-US" smtClean="0"/>
              <a:pPr/>
              <a:t>‹#›</a:t>
            </a:fld>
            <a:endParaRPr kumimoji="1" lang="ja-JP" altLang="en-US">
              <a:solidFill>
                <a:srgbClr val="021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950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10">
            <a:extLst>
              <a:ext uri="{FF2B5EF4-FFF2-40B4-BE49-F238E27FC236}">
                <a16:creationId xmlns:a16="http://schemas.microsoft.com/office/drawing/2014/main" id="{15F8AFB5-D342-965E-8675-DD3CB8F3B3E5}"/>
              </a:ext>
            </a:extLst>
          </p:cNvPr>
          <p:cNvSpPr txBox="1">
            <a:spLocks/>
          </p:cNvSpPr>
          <p:nvPr/>
        </p:nvSpPr>
        <p:spPr>
          <a:xfrm>
            <a:off x="2049462" y="2595209"/>
            <a:ext cx="6592888" cy="1184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007943" rtl="0" eaLnBrk="1" latinLnBrk="0" hangingPunct="1">
              <a:lnSpc>
                <a:spcPts val="4400"/>
              </a:lnSpc>
              <a:spcBef>
                <a:spcPts val="0"/>
              </a:spcBef>
              <a:buFontTx/>
              <a:buNone/>
              <a:defRPr kumimoji="1" sz="3000" b="1" i="0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2646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2205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1984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1984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/>
              <a:t>[[</a:t>
            </a:r>
            <a:r>
              <a:rPr lang="ja-JP" altLang="en-US"/>
              <a:t>資料</a:t>
            </a:r>
            <a:r>
              <a:rPr lang="ja-JP" altLang="ja-JP"/>
              <a:t>タイトル]]</a:t>
            </a:r>
            <a:endParaRPr lang="ja-JP" altLang="en-US"/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B538B943-0120-EE9F-EECF-B18CE4DF2F28}"/>
              </a:ext>
            </a:extLst>
          </p:cNvPr>
          <p:cNvSpPr txBox="1">
            <a:spLocks/>
          </p:cNvSpPr>
          <p:nvPr/>
        </p:nvSpPr>
        <p:spPr>
          <a:xfrm>
            <a:off x="2049462" y="1617458"/>
            <a:ext cx="6592888" cy="699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007943" rtl="0" eaLnBrk="1" latinLnBrk="0" hangingPunct="1">
              <a:lnSpc>
                <a:spcPts val="2400"/>
              </a:lnSpc>
              <a:spcBef>
                <a:spcPts val="0"/>
              </a:spcBef>
              <a:buFontTx/>
              <a:buNone/>
              <a:defRPr kumimoji="1" sz="1600" b="0" i="0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2646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2205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1984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1984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/>
              <a:t>[[</a:t>
            </a:r>
            <a:r>
              <a:rPr lang="ja-JP" altLang="en-US"/>
              <a:t>顧客名</a:t>
            </a:r>
            <a:r>
              <a:rPr lang="ja-JP" altLang="ja-JP"/>
              <a:t>]]</a:t>
            </a:r>
            <a:endParaRPr lang="ja-JP" altLang="en-US"/>
          </a:p>
        </p:txBody>
      </p:sp>
      <p:sp>
        <p:nvSpPr>
          <p:cNvPr id="7" name="テキスト プレースホルダー 10">
            <a:extLst>
              <a:ext uri="{FF2B5EF4-FFF2-40B4-BE49-F238E27FC236}">
                <a16:creationId xmlns:a16="http://schemas.microsoft.com/office/drawing/2014/main" id="{63AACB07-3813-7059-6C32-0FC18457B3C5}"/>
              </a:ext>
            </a:extLst>
          </p:cNvPr>
          <p:cNvSpPr txBox="1">
            <a:spLocks/>
          </p:cNvSpPr>
          <p:nvPr/>
        </p:nvSpPr>
        <p:spPr>
          <a:xfrm>
            <a:off x="2049462" y="4562126"/>
            <a:ext cx="6592888" cy="4024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007943" rtl="0" eaLnBrk="1" latinLnBrk="0" hangingPunct="1">
              <a:lnSpc>
                <a:spcPts val="2400"/>
              </a:lnSpc>
              <a:spcBef>
                <a:spcPts val="0"/>
              </a:spcBef>
              <a:buFontTx/>
              <a:buNone/>
              <a:defRPr kumimoji="1" sz="1200" b="0" i="0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2646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2205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1984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Tx/>
              <a:buNone/>
              <a:defRPr kumimoji="1" sz="1984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/>
              <a:t>Ver.[[バージョン]]</a:t>
            </a:r>
            <a:r>
              <a:rPr lang="ja-JP" altLang="en-US"/>
              <a:t>　</a:t>
            </a:r>
            <a:r>
              <a:rPr lang="ja-JP" altLang="ja-JP"/>
              <a:t>更新日：[[</a:t>
            </a:r>
            <a:r>
              <a:rPr lang="ja-JP" altLang="en-US"/>
              <a:t>更新</a:t>
            </a:r>
            <a:r>
              <a:rPr lang="ja-JP" altLang="ja-JP"/>
              <a:t>日]]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042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259F13FD-6497-A1D7-21B2-0A96911FBBF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1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sp>
        <p:nvSpPr>
          <p:cNvPr id="2" name="INDEX_1_TITLE">
            <a:extLst>
              <a:ext uri="{FF2B5EF4-FFF2-40B4-BE49-F238E27FC236}">
                <a16:creationId xmlns:a16="http://schemas.microsoft.com/office/drawing/2014/main" id="{07E95F5B-A5D5-AE21-11F0-ECEF0BB188BD}"/>
              </a:ext>
            </a:extLst>
          </p:cNvPr>
          <p:cNvSpPr txBox="1">
            <a:spLocks/>
          </p:cNvSpPr>
          <p:nvPr/>
        </p:nvSpPr>
        <p:spPr>
          <a:xfrm>
            <a:off x="3056649" y="2799468"/>
            <a:ext cx="3250911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[[</a:t>
            </a:r>
            <a:r>
              <a:rPr lang="ja-JP" altLang="en-US"/>
              <a:t>章</a:t>
            </a:r>
            <a:r>
              <a:rPr lang="en-US" altLang="ja-JP" dirty="0"/>
              <a:t>1</a:t>
            </a:r>
            <a:r>
              <a:rPr lang="ja-JP" altLang="en-US"/>
              <a:t>タイトル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16" name="INDEX_1_PAGE">
            <a:extLst>
              <a:ext uri="{FF2B5EF4-FFF2-40B4-BE49-F238E27FC236}">
                <a16:creationId xmlns:a16="http://schemas.microsoft.com/office/drawing/2014/main" id="{A6953B6A-1FE2-E4C1-2013-6F73CEC5F29A}"/>
              </a:ext>
            </a:extLst>
          </p:cNvPr>
          <p:cNvSpPr txBox="1">
            <a:spLocks/>
          </p:cNvSpPr>
          <p:nvPr/>
        </p:nvSpPr>
        <p:spPr>
          <a:xfrm>
            <a:off x="7074493" y="2799468"/>
            <a:ext cx="2167819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P[[</a:t>
            </a:r>
            <a:r>
              <a:rPr lang="ja-JP" altLang="en-US"/>
              <a:t>章</a:t>
            </a:r>
            <a:r>
              <a:rPr lang="en-US" altLang="ja-JP" dirty="0"/>
              <a:t>1</a:t>
            </a:r>
            <a:r>
              <a:rPr lang="ja-JP" altLang="en-US"/>
              <a:t>ページ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18" name="INDEX_2_TITLE">
            <a:extLst>
              <a:ext uri="{FF2B5EF4-FFF2-40B4-BE49-F238E27FC236}">
                <a16:creationId xmlns:a16="http://schemas.microsoft.com/office/drawing/2014/main" id="{D84055D6-C45D-8E35-4D3E-E5F30CAFB163}"/>
              </a:ext>
            </a:extLst>
          </p:cNvPr>
          <p:cNvSpPr txBox="1">
            <a:spLocks/>
          </p:cNvSpPr>
          <p:nvPr/>
        </p:nvSpPr>
        <p:spPr>
          <a:xfrm>
            <a:off x="3056649" y="3289405"/>
            <a:ext cx="3250910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[[</a:t>
            </a:r>
            <a:r>
              <a:rPr lang="ja-JP" altLang="en-US"/>
              <a:t>章</a:t>
            </a:r>
            <a:r>
              <a:rPr lang="en-US" altLang="ja-JP" dirty="0"/>
              <a:t>2</a:t>
            </a:r>
            <a:r>
              <a:rPr lang="ja-JP" altLang="en-US"/>
              <a:t>タイトル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19" name="INDEX_2_PAGE">
            <a:extLst>
              <a:ext uri="{FF2B5EF4-FFF2-40B4-BE49-F238E27FC236}">
                <a16:creationId xmlns:a16="http://schemas.microsoft.com/office/drawing/2014/main" id="{4471C3FF-A111-7BC0-9D35-F9BBE5FCF9DB}"/>
              </a:ext>
            </a:extLst>
          </p:cNvPr>
          <p:cNvSpPr txBox="1">
            <a:spLocks/>
          </p:cNvSpPr>
          <p:nvPr/>
        </p:nvSpPr>
        <p:spPr>
          <a:xfrm>
            <a:off x="7074493" y="3289405"/>
            <a:ext cx="2167819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P[[</a:t>
            </a:r>
            <a:r>
              <a:rPr lang="ja-JP" altLang="en-US"/>
              <a:t>章</a:t>
            </a:r>
            <a:r>
              <a:rPr lang="en-US" altLang="ja-JP" dirty="0"/>
              <a:t>2</a:t>
            </a:r>
            <a:r>
              <a:rPr lang="ja-JP" altLang="en-US"/>
              <a:t>ページ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21" name="INDEX_3_TITLE">
            <a:extLst>
              <a:ext uri="{FF2B5EF4-FFF2-40B4-BE49-F238E27FC236}">
                <a16:creationId xmlns:a16="http://schemas.microsoft.com/office/drawing/2014/main" id="{84152D4F-1E17-8FC1-19DB-897E3A9FFD3D}"/>
              </a:ext>
            </a:extLst>
          </p:cNvPr>
          <p:cNvSpPr txBox="1">
            <a:spLocks/>
          </p:cNvSpPr>
          <p:nvPr/>
        </p:nvSpPr>
        <p:spPr>
          <a:xfrm>
            <a:off x="3056649" y="3779342"/>
            <a:ext cx="3250910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[[</a:t>
            </a:r>
            <a:r>
              <a:rPr lang="ja-JP" altLang="en-US"/>
              <a:t>章</a:t>
            </a:r>
            <a:r>
              <a:rPr lang="en-US" altLang="ja-JP" dirty="0"/>
              <a:t>3</a:t>
            </a:r>
            <a:r>
              <a:rPr lang="ja-JP" altLang="en-US"/>
              <a:t>タイトル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22" name="INDEX_3_PAGE">
            <a:extLst>
              <a:ext uri="{FF2B5EF4-FFF2-40B4-BE49-F238E27FC236}">
                <a16:creationId xmlns:a16="http://schemas.microsoft.com/office/drawing/2014/main" id="{8944C1C2-C8B7-CFE8-878E-CCA9ECB87D92}"/>
              </a:ext>
            </a:extLst>
          </p:cNvPr>
          <p:cNvSpPr txBox="1">
            <a:spLocks/>
          </p:cNvSpPr>
          <p:nvPr/>
        </p:nvSpPr>
        <p:spPr>
          <a:xfrm>
            <a:off x="7074493" y="3779342"/>
            <a:ext cx="2167819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P[[</a:t>
            </a:r>
            <a:r>
              <a:rPr lang="ja-JP" altLang="en-US"/>
              <a:t>章</a:t>
            </a:r>
            <a:r>
              <a:rPr lang="en-US" altLang="ja-JP" dirty="0"/>
              <a:t>3</a:t>
            </a:r>
            <a:r>
              <a:rPr lang="ja-JP" altLang="en-US"/>
              <a:t>ページ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24" name="INDEX_4_TITLE">
            <a:extLst>
              <a:ext uri="{FF2B5EF4-FFF2-40B4-BE49-F238E27FC236}">
                <a16:creationId xmlns:a16="http://schemas.microsoft.com/office/drawing/2014/main" id="{B08E5067-40BD-7FCC-D07F-7ED1F4242B8A}"/>
              </a:ext>
            </a:extLst>
          </p:cNvPr>
          <p:cNvSpPr txBox="1">
            <a:spLocks/>
          </p:cNvSpPr>
          <p:nvPr/>
        </p:nvSpPr>
        <p:spPr>
          <a:xfrm>
            <a:off x="3056649" y="4269279"/>
            <a:ext cx="3250910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[[</a:t>
            </a:r>
            <a:r>
              <a:rPr lang="ja-JP" altLang="en-US"/>
              <a:t>章</a:t>
            </a:r>
            <a:r>
              <a:rPr lang="en-US" altLang="ja-JP" dirty="0"/>
              <a:t>4</a:t>
            </a:r>
            <a:r>
              <a:rPr lang="ja-JP" altLang="en-US"/>
              <a:t>タイトル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25" name="INDEX_4_PAGE">
            <a:extLst>
              <a:ext uri="{FF2B5EF4-FFF2-40B4-BE49-F238E27FC236}">
                <a16:creationId xmlns:a16="http://schemas.microsoft.com/office/drawing/2014/main" id="{1C33590D-E06E-ADCF-5071-85AEB5E94092}"/>
              </a:ext>
            </a:extLst>
          </p:cNvPr>
          <p:cNvSpPr txBox="1">
            <a:spLocks/>
          </p:cNvSpPr>
          <p:nvPr/>
        </p:nvSpPr>
        <p:spPr>
          <a:xfrm>
            <a:off x="7074493" y="4269279"/>
            <a:ext cx="2167819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P[[</a:t>
            </a:r>
            <a:r>
              <a:rPr lang="ja-JP" altLang="en-US"/>
              <a:t>章</a:t>
            </a:r>
            <a:r>
              <a:rPr lang="en-US" altLang="ja-JP" dirty="0"/>
              <a:t>4</a:t>
            </a:r>
            <a:r>
              <a:rPr lang="ja-JP" altLang="en-US"/>
              <a:t>ページ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27" name="INDEX_5_TITLE">
            <a:extLst>
              <a:ext uri="{FF2B5EF4-FFF2-40B4-BE49-F238E27FC236}">
                <a16:creationId xmlns:a16="http://schemas.microsoft.com/office/drawing/2014/main" id="{EBBCD20F-E121-DDAC-D46B-048F55664181}"/>
              </a:ext>
            </a:extLst>
          </p:cNvPr>
          <p:cNvSpPr txBox="1">
            <a:spLocks/>
          </p:cNvSpPr>
          <p:nvPr/>
        </p:nvSpPr>
        <p:spPr>
          <a:xfrm>
            <a:off x="3056649" y="4759216"/>
            <a:ext cx="3250910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[[</a:t>
            </a:r>
            <a:r>
              <a:rPr lang="ja-JP" altLang="en-US"/>
              <a:t>章</a:t>
            </a:r>
            <a:r>
              <a:rPr lang="en-US" altLang="ja-JP" dirty="0"/>
              <a:t>5</a:t>
            </a:r>
            <a:r>
              <a:rPr lang="ja-JP" altLang="en-US"/>
              <a:t>タイトル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28" name="INDEX_5_PAGE">
            <a:extLst>
              <a:ext uri="{FF2B5EF4-FFF2-40B4-BE49-F238E27FC236}">
                <a16:creationId xmlns:a16="http://schemas.microsoft.com/office/drawing/2014/main" id="{409F1CB5-B7F1-C422-059F-456CBA701FF9}"/>
              </a:ext>
            </a:extLst>
          </p:cNvPr>
          <p:cNvSpPr txBox="1">
            <a:spLocks/>
          </p:cNvSpPr>
          <p:nvPr/>
        </p:nvSpPr>
        <p:spPr>
          <a:xfrm>
            <a:off x="7074493" y="4759216"/>
            <a:ext cx="2167819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P[[</a:t>
            </a:r>
            <a:r>
              <a:rPr lang="ja-JP" altLang="en-US"/>
              <a:t>章</a:t>
            </a:r>
            <a:r>
              <a:rPr lang="en-US" altLang="ja-JP" dirty="0"/>
              <a:t>5</a:t>
            </a:r>
            <a:r>
              <a:rPr lang="ja-JP" altLang="en-US"/>
              <a:t>ページ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30" name="INDEX_6_TITLE">
            <a:extLst>
              <a:ext uri="{FF2B5EF4-FFF2-40B4-BE49-F238E27FC236}">
                <a16:creationId xmlns:a16="http://schemas.microsoft.com/office/drawing/2014/main" id="{FAC29484-AC6F-B9F3-FC48-80482AA82CE2}"/>
              </a:ext>
            </a:extLst>
          </p:cNvPr>
          <p:cNvSpPr txBox="1">
            <a:spLocks/>
          </p:cNvSpPr>
          <p:nvPr/>
        </p:nvSpPr>
        <p:spPr>
          <a:xfrm>
            <a:off x="3056649" y="5249155"/>
            <a:ext cx="3250910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[[</a:t>
            </a:r>
            <a:r>
              <a:rPr lang="ja-JP" altLang="en-US"/>
              <a:t>章</a:t>
            </a:r>
            <a:r>
              <a:rPr lang="en-US" altLang="ja-JP" dirty="0"/>
              <a:t>6</a:t>
            </a:r>
            <a:r>
              <a:rPr lang="ja-JP" altLang="en-US"/>
              <a:t>タイトル</a:t>
            </a:r>
            <a:r>
              <a:rPr lang="en-US" altLang="ja-JP" dirty="0"/>
              <a:t>]]</a:t>
            </a:r>
            <a:endParaRPr lang="ja-JP" altLang="en-US"/>
          </a:p>
        </p:txBody>
      </p:sp>
      <p:sp>
        <p:nvSpPr>
          <p:cNvPr id="31" name="INDEX_6_PAGE">
            <a:extLst>
              <a:ext uri="{FF2B5EF4-FFF2-40B4-BE49-F238E27FC236}">
                <a16:creationId xmlns:a16="http://schemas.microsoft.com/office/drawing/2014/main" id="{0F21CD85-2651-9516-0917-4DEC93320CE6}"/>
              </a:ext>
            </a:extLst>
          </p:cNvPr>
          <p:cNvSpPr txBox="1">
            <a:spLocks/>
          </p:cNvSpPr>
          <p:nvPr/>
        </p:nvSpPr>
        <p:spPr>
          <a:xfrm>
            <a:off x="7074493" y="5249155"/>
            <a:ext cx="2167819" cy="350132"/>
          </a:xfrm>
          <a:prstGeom prst="rect">
            <a:avLst/>
          </a:prstGeom>
        </p:spPr>
        <p:txBody>
          <a:bodyPr/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Tx/>
              <a:buNone/>
              <a:defRPr kumimoji="1" sz="2000" b="1" kern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646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2205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kumimoji="1" sz="1984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kumimoji="1"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P[[</a:t>
            </a:r>
            <a:r>
              <a:rPr lang="ja-JP" altLang="en-US"/>
              <a:t>章</a:t>
            </a:r>
            <a:r>
              <a:rPr lang="en-US" altLang="ja-JP" dirty="0"/>
              <a:t>6</a:t>
            </a:r>
            <a:r>
              <a:rPr lang="ja-JP" altLang="en-US"/>
              <a:t>ページ</a:t>
            </a:r>
            <a:r>
              <a:rPr lang="en-US" altLang="ja-JP" dirty="0"/>
              <a:t>]]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2398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BFB57A-9E8C-811B-5C8C-CAB25AFC2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5B7815-AEE5-F9D0-6216-7FB9807E9D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605797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5" name="MAIN_SECTION_TITLE">
            <a:extLst>
              <a:ext uri="{FF2B5EF4-FFF2-40B4-BE49-F238E27FC236}">
                <a16:creationId xmlns:a16="http://schemas.microsoft.com/office/drawing/2014/main" id="{5F73DBB7-CFAF-0207-FE20-1CF687323867}"/>
              </a:ext>
            </a:extLst>
          </p:cNvPr>
          <p:cNvSpPr txBox="1"/>
          <p:nvPr/>
        </p:nvSpPr>
        <p:spPr>
          <a:xfrm>
            <a:off x="1582051" y="1497330"/>
            <a:ext cx="8467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ECTION_LINE">
            <a:extLst>
              <a:ext uri="{FF2B5EF4-FFF2-40B4-BE49-F238E27FC236}">
                <a16:creationId xmlns:a16="http://schemas.microsoft.com/office/drawing/2014/main" id="{37EC7ADE-8010-86BF-F6D6-5680F541BD01}"/>
              </a:ext>
            </a:extLst>
          </p:cNvPr>
          <p:cNvSpPr/>
          <p:nvPr/>
        </p:nvSpPr>
        <p:spPr>
          <a:xfrm>
            <a:off x="1443632" y="1531560"/>
            <a:ext cx="50400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MAIN_BODY_TEXT">
            <a:extLst>
              <a:ext uri="{FF2B5EF4-FFF2-40B4-BE49-F238E27FC236}">
                <a16:creationId xmlns:a16="http://schemas.microsoft.com/office/drawing/2014/main" id="{183034B6-5B77-742D-F6A9-4A4C71C77AA6}"/>
              </a:ext>
            </a:extLst>
          </p:cNvPr>
          <p:cNvSpPr txBox="1"/>
          <p:nvPr/>
        </p:nvSpPr>
        <p:spPr>
          <a:xfrm>
            <a:off x="1443632" y="1879294"/>
            <a:ext cx="8605817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54F7481C-F35B-AF4B-E84C-27AA51B21C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2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2B5C56C-A531-1C07-6EFE-C181812A146C}"/>
              </a:ext>
            </a:extLst>
          </p:cNvPr>
          <p:cNvCxnSpPr/>
          <p:nvPr/>
        </p:nvCxnSpPr>
        <p:spPr>
          <a:xfrm>
            <a:off x="1443632" y="4255008"/>
            <a:ext cx="0" cy="216000"/>
          </a:xfrm>
          <a:prstGeom prst="line">
            <a:avLst/>
          </a:prstGeom>
          <a:ln w="25400">
            <a:solidFill>
              <a:srgbClr val="021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UB_SECTION_TITLE">
            <a:extLst>
              <a:ext uri="{FF2B5EF4-FFF2-40B4-BE49-F238E27FC236}">
                <a16:creationId xmlns:a16="http://schemas.microsoft.com/office/drawing/2014/main" id="{82FB0A68-AA06-7047-4ECA-413DD6CAFE74}"/>
              </a:ext>
            </a:extLst>
          </p:cNvPr>
          <p:cNvSpPr txBox="1"/>
          <p:nvPr/>
        </p:nvSpPr>
        <p:spPr>
          <a:xfrm>
            <a:off x="1552851" y="4234064"/>
            <a:ext cx="8496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ja-JP" sz="12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補助項目</a:t>
            </a:r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2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UB_BODY_TEXT">
            <a:extLst>
              <a:ext uri="{FF2B5EF4-FFF2-40B4-BE49-F238E27FC236}">
                <a16:creationId xmlns:a16="http://schemas.microsoft.com/office/drawing/2014/main" id="{5B1C961B-5B65-C3A0-D176-4AE3F4DB6C8B}"/>
              </a:ext>
            </a:extLst>
          </p:cNvPr>
          <p:cNvSpPr txBox="1"/>
          <p:nvPr/>
        </p:nvSpPr>
        <p:spPr>
          <a:xfrm>
            <a:off x="1443632" y="4604206"/>
            <a:ext cx="8605804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補助項目の本文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588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D85C3-FF0C-2A4F-A0BC-786253D7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592E17-F770-C0CE-D2EC-24A183CA2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6D29D1A-814A-AE16-EE8B-3167AB2EC5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2" y="732684"/>
            <a:ext cx="8610088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5" name="MAIN_SECTION_TITLE">
            <a:extLst>
              <a:ext uri="{FF2B5EF4-FFF2-40B4-BE49-F238E27FC236}">
                <a16:creationId xmlns:a16="http://schemas.microsoft.com/office/drawing/2014/main" id="{602A7584-A5B0-0B25-E469-6CFA55445323}"/>
              </a:ext>
            </a:extLst>
          </p:cNvPr>
          <p:cNvSpPr txBox="1"/>
          <p:nvPr/>
        </p:nvSpPr>
        <p:spPr>
          <a:xfrm>
            <a:off x="1582052" y="1497330"/>
            <a:ext cx="8471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ECTION_LINE">
            <a:extLst>
              <a:ext uri="{FF2B5EF4-FFF2-40B4-BE49-F238E27FC236}">
                <a16:creationId xmlns:a16="http://schemas.microsoft.com/office/drawing/2014/main" id="{2ABEFBAD-4264-CAE5-849F-4CC89BE907A5}"/>
              </a:ext>
            </a:extLst>
          </p:cNvPr>
          <p:cNvSpPr/>
          <p:nvPr/>
        </p:nvSpPr>
        <p:spPr>
          <a:xfrm>
            <a:off x="1443632" y="1531560"/>
            <a:ext cx="50400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MAIN_BODY_TEXT">
            <a:extLst>
              <a:ext uri="{FF2B5EF4-FFF2-40B4-BE49-F238E27FC236}">
                <a16:creationId xmlns:a16="http://schemas.microsoft.com/office/drawing/2014/main" id="{EEB6F99C-05EC-7EBE-6DCA-950AAD0DD49D}"/>
              </a:ext>
            </a:extLst>
          </p:cNvPr>
          <p:cNvSpPr txBox="1"/>
          <p:nvPr/>
        </p:nvSpPr>
        <p:spPr>
          <a:xfrm>
            <a:off x="1443632" y="1879294"/>
            <a:ext cx="8610088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IMAGE_1_CAPTION">
            <a:extLst>
              <a:ext uri="{FF2B5EF4-FFF2-40B4-BE49-F238E27FC236}">
                <a16:creationId xmlns:a16="http://schemas.microsoft.com/office/drawing/2014/main" id="{77E24430-4914-ED92-1EB5-20525AAE57C5}"/>
              </a:ext>
            </a:extLst>
          </p:cNvPr>
          <p:cNvSpPr txBox="1"/>
          <p:nvPr/>
        </p:nvSpPr>
        <p:spPr>
          <a:xfrm>
            <a:off x="1443632" y="4483600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IMAGE_2_CAPTION">
            <a:extLst>
              <a:ext uri="{FF2B5EF4-FFF2-40B4-BE49-F238E27FC236}">
                <a16:creationId xmlns:a16="http://schemas.microsoft.com/office/drawing/2014/main" id="{072BAF57-88E6-5738-8F29-3AAE61A3273C}"/>
              </a:ext>
            </a:extLst>
          </p:cNvPr>
          <p:cNvSpPr txBox="1"/>
          <p:nvPr/>
        </p:nvSpPr>
        <p:spPr>
          <a:xfrm>
            <a:off x="4168181" y="4483600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D145F8E-3E73-50C7-2807-A672874E94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3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85FB20C-D7F1-840E-010B-413A27A934CD}"/>
              </a:ext>
            </a:extLst>
          </p:cNvPr>
          <p:cNvSpPr/>
          <p:nvPr/>
        </p:nvSpPr>
        <p:spPr>
          <a:xfrm>
            <a:off x="1442031" y="2780243"/>
            <a:ext cx="2541600" cy="1627199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C085C06-3E67-9D71-C17B-3B037CF35663}"/>
              </a:ext>
            </a:extLst>
          </p:cNvPr>
          <p:cNvSpPr/>
          <p:nvPr/>
        </p:nvSpPr>
        <p:spPr>
          <a:xfrm>
            <a:off x="4168181" y="2780243"/>
            <a:ext cx="2541600" cy="1627199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2]]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86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7051-1D75-C404-6049-357E78FB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5EE4B6-5247-4206-48F1-FA6E0131A0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3A60D7-FF0C-8AC2-6D7C-AC37A6DA6A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633055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5" name="MAIN_SECTION_TITLE">
            <a:extLst>
              <a:ext uri="{FF2B5EF4-FFF2-40B4-BE49-F238E27FC236}">
                <a16:creationId xmlns:a16="http://schemas.microsoft.com/office/drawing/2014/main" id="{828C876B-DA6E-8140-0B8E-F4621B5B894F}"/>
              </a:ext>
            </a:extLst>
          </p:cNvPr>
          <p:cNvSpPr txBox="1"/>
          <p:nvPr/>
        </p:nvSpPr>
        <p:spPr>
          <a:xfrm>
            <a:off x="1582052" y="1497330"/>
            <a:ext cx="8494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ECTION_LINE">
            <a:extLst>
              <a:ext uri="{FF2B5EF4-FFF2-40B4-BE49-F238E27FC236}">
                <a16:creationId xmlns:a16="http://schemas.microsoft.com/office/drawing/2014/main" id="{613B24F2-0DE5-15DE-FD90-87F64148065C}"/>
              </a:ext>
            </a:extLst>
          </p:cNvPr>
          <p:cNvSpPr/>
          <p:nvPr/>
        </p:nvSpPr>
        <p:spPr>
          <a:xfrm>
            <a:off x="1443632" y="1531560"/>
            <a:ext cx="50400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MAIN_BODY_TEXT">
            <a:extLst>
              <a:ext uri="{FF2B5EF4-FFF2-40B4-BE49-F238E27FC236}">
                <a16:creationId xmlns:a16="http://schemas.microsoft.com/office/drawing/2014/main" id="{DE8CC52E-7711-0403-047B-B7D8B79B88FC}"/>
              </a:ext>
            </a:extLst>
          </p:cNvPr>
          <p:cNvSpPr txBox="1"/>
          <p:nvPr/>
        </p:nvSpPr>
        <p:spPr>
          <a:xfrm>
            <a:off x="1443632" y="1879294"/>
            <a:ext cx="8633056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IMAGE_1_CAPTION">
            <a:extLst>
              <a:ext uri="{FF2B5EF4-FFF2-40B4-BE49-F238E27FC236}">
                <a16:creationId xmlns:a16="http://schemas.microsoft.com/office/drawing/2014/main" id="{9F8F83BB-7C37-5E9F-59AE-5D80676DD918}"/>
              </a:ext>
            </a:extLst>
          </p:cNvPr>
          <p:cNvSpPr txBox="1"/>
          <p:nvPr/>
        </p:nvSpPr>
        <p:spPr>
          <a:xfrm>
            <a:off x="1443632" y="6066542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76A6C61B-F6B7-3A4D-B63A-E689F5F1E9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4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9F76A4B-EFF4-1B3A-76FA-90394F411594}"/>
              </a:ext>
            </a:extLst>
          </p:cNvPr>
          <p:cNvSpPr/>
          <p:nvPr/>
        </p:nvSpPr>
        <p:spPr>
          <a:xfrm>
            <a:off x="1442031" y="2780243"/>
            <a:ext cx="5040000" cy="3225600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[[</a:t>
            </a:r>
            <a:r>
              <a:rPr kumimoji="1" lang="ja-JP" altLang="en-US">
                <a:solidFill>
                  <a:schemeClr val="tx1"/>
                </a:solidFill>
              </a:rPr>
              <a:t>画像</a:t>
            </a:r>
            <a:r>
              <a:rPr kumimoji="1"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5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C278-AE70-BAA3-D5C0-5B844808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530AA8-7F02-D51E-C620-BF14AE07A4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2AC6C3-DE7D-5CF6-C65A-C199ACB30A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614743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5" name="MAIN_SECTION_TITLE">
            <a:extLst>
              <a:ext uri="{FF2B5EF4-FFF2-40B4-BE49-F238E27FC236}">
                <a16:creationId xmlns:a16="http://schemas.microsoft.com/office/drawing/2014/main" id="{8D5F372D-E814-51A4-993C-C74C35868AE3}"/>
              </a:ext>
            </a:extLst>
          </p:cNvPr>
          <p:cNvSpPr txBox="1"/>
          <p:nvPr/>
        </p:nvSpPr>
        <p:spPr>
          <a:xfrm>
            <a:off x="1582052" y="1497330"/>
            <a:ext cx="8476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ECTION_LINE">
            <a:extLst>
              <a:ext uri="{FF2B5EF4-FFF2-40B4-BE49-F238E27FC236}">
                <a16:creationId xmlns:a16="http://schemas.microsoft.com/office/drawing/2014/main" id="{1DB3520D-B7E9-F741-1EBE-C62F0543552A}"/>
              </a:ext>
            </a:extLst>
          </p:cNvPr>
          <p:cNvSpPr/>
          <p:nvPr/>
        </p:nvSpPr>
        <p:spPr>
          <a:xfrm>
            <a:off x="1443632" y="1531560"/>
            <a:ext cx="45719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MAIN_BODY_TEXT">
            <a:extLst>
              <a:ext uri="{FF2B5EF4-FFF2-40B4-BE49-F238E27FC236}">
                <a16:creationId xmlns:a16="http://schemas.microsoft.com/office/drawing/2014/main" id="{D42A6585-6E0C-3948-769D-6FE851220740}"/>
              </a:ext>
            </a:extLst>
          </p:cNvPr>
          <p:cNvSpPr txBox="1"/>
          <p:nvPr/>
        </p:nvSpPr>
        <p:spPr>
          <a:xfrm>
            <a:off x="1443632" y="1879294"/>
            <a:ext cx="8614768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lang="en-US" altLang="ja-JP" sz="10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4C75F465-AC28-85B7-4F04-878045683A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5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sp>
        <p:nvSpPr>
          <p:cNvPr id="2" name="STEP_1_BADGE">
            <a:extLst>
              <a:ext uri="{FF2B5EF4-FFF2-40B4-BE49-F238E27FC236}">
                <a16:creationId xmlns:a16="http://schemas.microsoft.com/office/drawing/2014/main" id="{661B38DD-52A2-D7DA-61C9-23E904B64A5D}"/>
              </a:ext>
            </a:extLst>
          </p:cNvPr>
          <p:cNvSpPr/>
          <p:nvPr/>
        </p:nvSpPr>
        <p:spPr>
          <a:xfrm>
            <a:off x="1443632" y="2476982"/>
            <a:ext cx="720000" cy="180000"/>
          </a:xfrm>
          <a:prstGeom prst="roundRect">
            <a:avLst/>
          </a:prstGeom>
          <a:solidFill>
            <a:srgbClr val="0218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30" b="1" dirty="0">
                <a:latin typeface="Meiryo" panose="020B0604030504040204" pitchFamily="34" charset="-128"/>
                <a:ea typeface="Meiryo" panose="020B0604030504040204" pitchFamily="34" charset="-128"/>
              </a:rPr>
              <a:t>STEP 1</a:t>
            </a:r>
            <a:endParaRPr kumimoji="1" lang="ja-JP" altLang="en-US" sz="83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TEP_1_TEXT">
            <a:extLst>
              <a:ext uri="{FF2B5EF4-FFF2-40B4-BE49-F238E27FC236}">
                <a16:creationId xmlns:a16="http://schemas.microsoft.com/office/drawing/2014/main" id="{B41E46FD-5B02-5FB2-2E1A-8E3FED8BFE76}"/>
              </a:ext>
            </a:extLst>
          </p:cNvPr>
          <p:cNvSpPr txBox="1"/>
          <p:nvPr/>
        </p:nvSpPr>
        <p:spPr>
          <a:xfrm>
            <a:off x="2256228" y="2449431"/>
            <a:ext cx="7802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[[STEP1の説明]]</a:t>
            </a:r>
            <a:endParaRPr kumimoji="1" lang="ja-JP" altLang="en-US" sz="12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TEP_2_BADGE">
            <a:extLst>
              <a:ext uri="{FF2B5EF4-FFF2-40B4-BE49-F238E27FC236}">
                <a16:creationId xmlns:a16="http://schemas.microsoft.com/office/drawing/2014/main" id="{E3030F66-CFDA-0A85-0C34-A6D8B6958329}"/>
              </a:ext>
            </a:extLst>
          </p:cNvPr>
          <p:cNvSpPr/>
          <p:nvPr/>
        </p:nvSpPr>
        <p:spPr>
          <a:xfrm>
            <a:off x="1443632" y="2824222"/>
            <a:ext cx="720000" cy="180000"/>
          </a:xfrm>
          <a:prstGeom prst="roundRect">
            <a:avLst/>
          </a:prstGeom>
          <a:solidFill>
            <a:srgbClr val="0218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30" b="1" dirty="0">
                <a:latin typeface="Meiryo" panose="020B0604030504040204" pitchFamily="34" charset="-128"/>
                <a:ea typeface="Meiryo" panose="020B0604030504040204" pitchFamily="34" charset="-128"/>
              </a:rPr>
              <a:t>STEP 2</a:t>
            </a:r>
            <a:endParaRPr kumimoji="1" lang="ja-JP" altLang="en-US" sz="83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TEP_2_TEXT">
            <a:extLst>
              <a:ext uri="{FF2B5EF4-FFF2-40B4-BE49-F238E27FC236}">
                <a16:creationId xmlns:a16="http://schemas.microsoft.com/office/drawing/2014/main" id="{6072EE3B-35EA-CB89-03F6-CDF53074009C}"/>
              </a:ext>
            </a:extLst>
          </p:cNvPr>
          <p:cNvSpPr txBox="1"/>
          <p:nvPr/>
        </p:nvSpPr>
        <p:spPr>
          <a:xfrm>
            <a:off x="2256228" y="2796671"/>
            <a:ext cx="7802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[[STEP</a:t>
            </a:r>
            <a:r>
              <a:rPr lang="en-US" altLang="ja-JP" sz="1200" b="1" dirty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の説明]]</a:t>
            </a:r>
            <a:endParaRPr kumimoji="1" lang="ja-JP" altLang="en-US" sz="12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SUPPLEMENT_TEXT">
            <a:extLst>
              <a:ext uri="{FF2B5EF4-FFF2-40B4-BE49-F238E27FC236}">
                <a16:creationId xmlns:a16="http://schemas.microsoft.com/office/drawing/2014/main" id="{9165F009-FAB1-712D-37B6-7B6818178A12}"/>
              </a:ext>
            </a:extLst>
          </p:cNvPr>
          <p:cNvSpPr txBox="1"/>
          <p:nvPr/>
        </p:nvSpPr>
        <p:spPr>
          <a:xfrm>
            <a:off x="2122450" y="3345081"/>
            <a:ext cx="422348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ja-JP" altLang="ja-JP" sz="900">
                <a:solidFill>
                  <a:srgbClr val="B18E4D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[[補足文]]</a:t>
            </a:r>
            <a:endParaRPr kumimoji="1" lang="ja-JP" altLang="en-US" sz="900">
              <a:solidFill>
                <a:srgbClr val="B18E4D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CAUTION_TEXT">
            <a:extLst>
              <a:ext uri="{FF2B5EF4-FFF2-40B4-BE49-F238E27FC236}">
                <a16:creationId xmlns:a16="http://schemas.microsoft.com/office/drawing/2014/main" id="{E33DF857-FF1A-FB26-2EC4-BB424F6D192F}"/>
              </a:ext>
            </a:extLst>
          </p:cNvPr>
          <p:cNvSpPr txBox="1"/>
          <p:nvPr/>
        </p:nvSpPr>
        <p:spPr>
          <a:xfrm>
            <a:off x="2122450" y="3726081"/>
            <a:ext cx="422348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ja-JP" altLang="ja-JP" sz="900">
                <a:solidFill>
                  <a:srgbClr val="D7000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900">
                <a:solidFill>
                  <a:srgbClr val="D7000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注意</a:t>
            </a:r>
            <a:r>
              <a:rPr lang="ja-JP" altLang="ja-JP" sz="900">
                <a:solidFill>
                  <a:srgbClr val="D7000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文]]</a:t>
            </a:r>
            <a:endParaRPr kumimoji="1" lang="ja-JP" altLang="en-US" sz="900">
              <a:solidFill>
                <a:srgbClr val="D7000F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5147E67-3113-5066-0844-71C342C1CABA}"/>
              </a:ext>
            </a:extLst>
          </p:cNvPr>
          <p:cNvCxnSpPr/>
          <p:nvPr/>
        </p:nvCxnSpPr>
        <p:spPr>
          <a:xfrm>
            <a:off x="1443632" y="4255008"/>
            <a:ext cx="0" cy="216000"/>
          </a:xfrm>
          <a:prstGeom prst="line">
            <a:avLst/>
          </a:prstGeom>
          <a:ln w="25400">
            <a:solidFill>
              <a:srgbClr val="021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ECTION_TITLE">
            <a:extLst>
              <a:ext uri="{FF2B5EF4-FFF2-40B4-BE49-F238E27FC236}">
                <a16:creationId xmlns:a16="http://schemas.microsoft.com/office/drawing/2014/main" id="{61B1EC45-5091-FF1D-FB19-D9B8D5EF01E2}"/>
              </a:ext>
            </a:extLst>
          </p:cNvPr>
          <p:cNvSpPr txBox="1"/>
          <p:nvPr/>
        </p:nvSpPr>
        <p:spPr>
          <a:xfrm>
            <a:off x="1552852" y="4234064"/>
            <a:ext cx="4793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ja-JP" sz="12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補助項目</a:t>
            </a:r>
            <a:r>
              <a:rPr lang="ja-JP" altLang="ja-JP" sz="1200" b="1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2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BODY_TEXT">
            <a:extLst>
              <a:ext uri="{FF2B5EF4-FFF2-40B4-BE49-F238E27FC236}">
                <a16:creationId xmlns:a16="http://schemas.microsoft.com/office/drawing/2014/main" id="{D28A9690-B8C5-6A86-3A20-CE429FAA5D08}"/>
              </a:ext>
            </a:extLst>
          </p:cNvPr>
          <p:cNvSpPr txBox="1"/>
          <p:nvPr/>
        </p:nvSpPr>
        <p:spPr>
          <a:xfrm>
            <a:off x="1443633" y="4649926"/>
            <a:ext cx="4710280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補助項目の本文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1" name="SUPPLEMENT_MARK">
            <a:extLst>
              <a:ext uri="{FF2B5EF4-FFF2-40B4-BE49-F238E27FC236}">
                <a16:creationId xmlns:a16="http://schemas.microsoft.com/office/drawing/2014/main" id="{8D1A4EA5-9C0E-8639-ECC6-B2A1D0ED4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3631" y="3339941"/>
            <a:ext cx="520700" cy="215900"/>
          </a:xfrm>
          <a:prstGeom prst="rect">
            <a:avLst/>
          </a:prstGeom>
        </p:spPr>
      </p:pic>
      <p:pic>
        <p:nvPicPr>
          <p:cNvPr id="14" name="CAUTION_MARK">
            <a:extLst>
              <a:ext uri="{FF2B5EF4-FFF2-40B4-BE49-F238E27FC236}">
                <a16:creationId xmlns:a16="http://schemas.microsoft.com/office/drawing/2014/main" id="{674BEFFC-ACD9-81F2-1F5E-74043D96E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631" y="3706908"/>
            <a:ext cx="533400" cy="215900"/>
          </a:xfrm>
          <a:prstGeom prst="rect">
            <a:avLst/>
          </a:prstGeom>
        </p:spPr>
      </p:pic>
      <p:sp>
        <p:nvSpPr>
          <p:cNvPr id="9" name="IMAGE_1_CAPTION">
            <a:extLst>
              <a:ext uri="{FF2B5EF4-FFF2-40B4-BE49-F238E27FC236}">
                <a16:creationId xmlns:a16="http://schemas.microsoft.com/office/drawing/2014/main" id="{123CDC09-7E6B-B137-48EB-4BFA82F9F124}"/>
              </a:ext>
            </a:extLst>
          </p:cNvPr>
          <p:cNvSpPr txBox="1"/>
          <p:nvPr/>
        </p:nvSpPr>
        <p:spPr>
          <a:xfrm>
            <a:off x="6862741" y="5091557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8BBBD0-9126-99FF-C577-6074CC36288E}"/>
              </a:ext>
            </a:extLst>
          </p:cNvPr>
          <p:cNvSpPr/>
          <p:nvPr/>
        </p:nvSpPr>
        <p:spPr>
          <a:xfrm>
            <a:off x="6861140" y="3388200"/>
            <a:ext cx="2541600" cy="1627199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00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A064-9BA2-6186-D144-E0E8BEC6D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A2B99D-7DFD-73B7-2F18-5B92F6658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2125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01EB7A-435F-B9DC-4E75-53D5EACDA5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21254"/>
            <a:ext cx="8640189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2C12BAFC-E554-20A9-1096-859DC7059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6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0FCD2C6C-C964-F3DA-72E6-BEEC76807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6533"/>
              </p:ext>
            </p:extLst>
          </p:nvPr>
        </p:nvGraphicFramePr>
        <p:xfrm>
          <a:off x="1443632" y="1605047"/>
          <a:ext cx="8706208" cy="1692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7356">
                  <a:extLst>
                    <a:ext uri="{9D8B030D-6E8A-4147-A177-3AD203B41FA5}">
                      <a16:colId xmlns:a16="http://schemas.microsoft.com/office/drawing/2014/main" val="3449711904"/>
                    </a:ext>
                  </a:extLst>
                </a:gridCol>
                <a:gridCol w="4598852">
                  <a:extLst>
                    <a:ext uri="{9D8B030D-6E8A-4147-A177-3AD203B41FA5}">
                      <a16:colId xmlns:a16="http://schemas.microsoft.com/office/drawing/2014/main" val="216075625"/>
                    </a:ext>
                  </a:extLst>
                </a:gridCol>
              </a:tblGrid>
              <a:tr h="580369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[[列見出し2]]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8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925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2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247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90590"/>
                  </a:ext>
                </a:extLst>
              </a:tr>
            </a:tbl>
          </a:graphicData>
        </a:graphic>
      </p:graphicFrame>
      <p:sp>
        <p:nvSpPr>
          <p:cNvPr id="11" name="BODY_TEXT">
            <a:extLst>
              <a:ext uri="{FF2B5EF4-FFF2-40B4-BE49-F238E27FC236}">
                <a16:creationId xmlns:a16="http://schemas.microsoft.com/office/drawing/2014/main" id="{9D758F49-B35C-0207-0917-9B240C20D951}"/>
              </a:ext>
            </a:extLst>
          </p:cNvPr>
          <p:cNvSpPr txBox="1"/>
          <p:nvPr/>
        </p:nvSpPr>
        <p:spPr>
          <a:xfrm>
            <a:off x="1443632" y="3425010"/>
            <a:ext cx="8706208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表の注記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IMAGE_1_CAPTION">
            <a:extLst>
              <a:ext uri="{FF2B5EF4-FFF2-40B4-BE49-F238E27FC236}">
                <a16:creationId xmlns:a16="http://schemas.microsoft.com/office/drawing/2014/main" id="{019D11F8-31C9-078C-EFAE-C045223FCCAF}"/>
              </a:ext>
            </a:extLst>
          </p:cNvPr>
          <p:cNvSpPr txBox="1"/>
          <p:nvPr/>
        </p:nvSpPr>
        <p:spPr>
          <a:xfrm>
            <a:off x="1445232" y="6243701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4D317D-6248-7548-4D60-6F2644637637}"/>
              </a:ext>
            </a:extLst>
          </p:cNvPr>
          <p:cNvSpPr/>
          <p:nvPr/>
        </p:nvSpPr>
        <p:spPr>
          <a:xfrm>
            <a:off x="1443631" y="4540344"/>
            <a:ext cx="2541600" cy="1627199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638A-491D-221E-3C14-5F64916F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0F0EC6-FBA5-0EC3-FDF6-EE256F63C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92AE80-0B4F-AE67-72B5-C277019BF7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2" y="732684"/>
            <a:ext cx="8523328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C566065C-7406-A630-C8DF-DFEAC3BDFC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7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3C1260F5-147D-BE4E-CDF5-78826C9A2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63057"/>
              </p:ext>
            </p:extLst>
          </p:nvPr>
        </p:nvGraphicFramePr>
        <p:xfrm>
          <a:off x="1443632" y="1605047"/>
          <a:ext cx="8523328" cy="1692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399">
                  <a:extLst>
                    <a:ext uri="{9D8B030D-6E8A-4147-A177-3AD203B41FA5}">
                      <a16:colId xmlns:a16="http://schemas.microsoft.com/office/drawing/2014/main" val="3449711904"/>
                    </a:ext>
                  </a:extLst>
                </a:gridCol>
                <a:gridCol w="2033754">
                  <a:extLst>
                    <a:ext uri="{9D8B030D-6E8A-4147-A177-3AD203B41FA5}">
                      <a16:colId xmlns:a16="http://schemas.microsoft.com/office/drawing/2014/main" val="216075625"/>
                    </a:ext>
                  </a:extLst>
                </a:gridCol>
                <a:gridCol w="4673175">
                  <a:extLst>
                    <a:ext uri="{9D8B030D-6E8A-4147-A177-3AD203B41FA5}">
                      <a16:colId xmlns:a16="http://schemas.microsoft.com/office/drawing/2014/main" val="3478289750"/>
                    </a:ext>
                  </a:extLst>
                </a:gridCol>
              </a:tblGrid>
              <a:tr h="580369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[[列見出し2]]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8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925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2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247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90590"/>
                  </a:ext>
                </a:extLst>
              </a:tr>
            </a:tbl>
          </a:graphicData>
        </a:graphic>
      </p:graphicFrame>
      <p:sp>
        <p:nvSpPr>
          <p:cNvPr id="11" name="BODY_TEXT">
            <a:extLst>
              <a:ext uri="{FF2B5EF4-FFF2-40B4-BE49-F238E27FC236}">
                <a16:creationId xmlns:a16="http://schemas.microsoft.com/office/drawing/2014/main" id="{CFD514E6-1CEE-4AAF-9988-894A838125EA}"/>
              </a:ext>
            </a:extLst>
          </p:cNvPr>
          <p:cNvSpPr txBox="1"/>
          <p:nvPr/>
        </p:nvSpPr>
        <p:spPr>
          <a:xfrm>
            <a:off x="1443632" y="3425010"/>
            <a:ext cx="8523328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表の注記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IMAGE_1_CAPTION">
            <a:extLst>
              <a:ext uri="{FF2B5EF4-FFF2-40B4-BE49-F238E27FC236}">
                <a16:creationId xmlns:a16="http://schemas.microsoft.com/office/drawing/2014/main" id="{3294D941-8604-D1C8-A6F3-9D2B45273F96}"/>
              </a:ext>
            </a:extLst>
          </p:cNvPr>
          <p:cNvSpPr txBox="1"/>
          <p:nvPr/>
        </p:nvSpPr>
        <p:spPr>
          <a:xfrm>
            <a:off x="1445232" y="6243701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1BEF88-520E-2DFF-3379-148CD4220F61}"/>
              </a:ext>
            </a:extLst>
          </p:cNvPr>
          <p:cNvSpPr/>
          <p:nvPr/>
        </p:nvSpPr>
        <p:spPr>
          <a:xfrm>
            <a:off x="1443631" y="4540344"/>
            <a:ext cx="2541600" cy="1627199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03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AA54-EE6A-7849-DB87-83398FA7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9C6E70-E8E3-1F3B-8098-B5338DA9DD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0E583B-2A27-AB6A-71DF-BCE38A9DA0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523329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F1C38DB0-D003-6260-E61A-33B39C097B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8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26459E5A-9144-A4F0-0372-50BAAF89C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912694"/>
              </p:ext>
            </p:extLst>
          </p:nvPr>
        </p:nvGraphicFramePr>
        <p:xfrm>
          <a:off x="1443632" y="1605047"/>
          <a:ext cx="8523329" cy="1692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72">
                  <a:extLst>
                    <a:ext uri="{9D8B030D-6E8A-4147-A177-3AD203B41FA5}">
                      <a16:colId xmlns:a16="http://schemas.microsoft.com/office/drawing/2014/main" val="3449711904"/>
                    </a:ext>
                  </a:extLst>
                </a:gridCol>
                <a:gridCol w="1313557">
                  <a:extLst>
                    <a:ext uri="{9D8B030D-6E8A-4147-A177-3AD203B41FA5}">
                      <a16:colId xmlns:a16="http://schemas.microsoft.com/office/drawing/2014/main" val="216075625"/>
                    </a:ext>
                  </a:extLst>
                </a:gridCol>
                <a:gridCol w="3018300">
                  <a:extLst>
                    <a:ext uri="{9D8B030D-6E8A-4147-A177-3AD203B41FA5}">
                      <a16:colId xmlns:a16="http://schemas.microsoft.com/office/drawing/2014/main" val="3478289750"/>
                    </a:ext>
                  </a:extLst>
                </a:gridCol>
                <a:gridCol w="3018300">
                  <a:extLst>
                    <a:ext uri="{9D8B030D-6E8A-4147-A177-3AD203B41FA5}">
                      <a16:colId xmlns:a16="http://schemas.microsoft.com/office/drawing/2014/main" val="3470787038"/>
                    </a:ext>
                  </a:extLst>
                </a:gridCol>
              </a:tblGrid>
              <a:tr h="580369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[[列見出し2]]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[[列見出し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7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8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[[行1列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925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2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247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列1]]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[[行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列</a:t>
                      </a:r>
                      <a:r>
                        <a:rPr lang="en-US" altLang="ja-JP" sz="1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ja-JP" sz="10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]]</a:t>
                      </a:r>
                      <a:endParaRPr kumimoji="1" lang="ja-JP" altLang="en-US" sz="100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18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90590"/>
                  </a:ext>
                </a:extLst>
              </a:tr>
            </a:tbl>
          </a:graphicData>
        </a:graphic>
      </p:graphicFrame>
      <p:sp>
        <p:nvSpPr>
          <p:cNvPr id="11" name="BODY_TEXT">
            <a:extLst>
              <a:ext uri="{FF2B5EF4-FFF2-40B4-BE49-F238E27FC236}">
                <a16:creationId xmlns:a16="http://schemas.microsoft.com/office/drawing/2014/main" id="{9BBB16E1-76B0-A017-09BB-9BBA37A9D222}"/>
              </a:ext>
            </a:extLst>
          </p:cNvPr>
          <p:cNvSpPr txBox="1"/>
          <p:nvPr/>
        </p:nvSpPr>
        <p:spPr>
          <a:xfrm>
            <a:off x="1443632" y="3425010"/>
            <a:ext cx="8523329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表の注記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IMAGE_1_CAPTION">
            <a:extLst>
              <a:ext uri="{FF2B5EF4-FFF2-40B4-BE49-F238E27FC236}">
                <a16:creationId xmlns:a16="http://schemas.microsoft.com/office/drawing/2014/main" id="{42973F44-BC3D-C82D-5AEC-D8920DFD14EA}"/>
              </a:ext>
            </a:extLst>
          </p:cNvPr>
          <p:cNvSpPr txBox="1"/>
          <p:nvPr/>
        </p:nvSpPr>
        <p:spPr>
          <a:xfrm>
            <a:off x="1445232" y="6243701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7FFAE8-0F54-BC5D-0092-71896B27FD01}"/>
              </a:ext>
            </a:extLst>
          </p:cNvPr>
          <p:cNvSpPr/>
          <p:nvPr/>
        </p:nvSpPr>
        <p:spPr>
          <a:xfrm>
            <a:off x="1443631" y="4540344"/>
            <a:ext cx="2541600" cy="1627199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109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AEB2-E400-5423-CB4E-3B6AB127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B1B04E-1DF4-7B10-DA1D-265C6F38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F6F51F-A42B-BDC4-663F-3A848923BC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605623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A13422D3-0937-4F52-1890-834D7CB911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9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sp>
        <p:nvSpPr>
          <p:cNvPr id="2" name="MAIN_SECTION_TITLE">
            <a:extLst>
              <a:ext uri="{FF2B5EF4-FFF2-40B4-BE49-F238E27FC236}">
                <a16:creationId xmlns:a16="http://schemas.microsoft.com/office/drawing/2014/main" id="{4F6D1C4A-01BA-159A-EC26-BFA0E06E84CD}"/>
              </a:ext>
            </a:extLst>
          </p:cNvPr>
          <p:cNvSpPr txBox="1"/>
          <p:nvPr/>
        </p:nvSpPr>
        <p:spPr>
          <a:xfrm>
            <a:off x="1582052" y="1497330"/>
            <a:ext cx="846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ECTION_LINE">
            <a:extLst>
              <a:ext uri="{FF2B5EF4-FFF2-40B4-BE49-F238E27FC236}">
                <a16:creationId xmlns:a16="http://schemas.microsoft.com/office/drawing/2014/main" id="{48336C6C-5559-A49B-A07A-76284D3B441E}"/>
              </a:ext>
            </a:extLst>
          </p:cNvPr>
          <p:cNvSpPr/>
          <p:nvPr/>
        </p:nvSpPr>
        <p:spPr>
          <a:xfrm>
            <a:off x="1443632" y="1531560"/>
            <a:ext cx="50400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CHECKLIST_INTRO">
            <a:extLst>
              <a:ext uri="{FF2B5EF4-FFF2-40B4-BE49-F238E27FC236}">
                <a16:creationId xmlns:a16="http://schemas.microsoft.com/office/drawing/2014/main" id="{63215604-686F-F3F4-77B7-72285CECE8EB}"/>
              </a:ext>
            </a:extLst>
          </p:cNvPr>
          <p:cNvSpPr txBox="1"/>
          <p:nvPr/>
        </p:nvSpPr>
        <p:spPr>
          <a:xfrm>
            <a:off x="1443632" y="1879294"/>
            <a:ext cx="8605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チェックリスト導入文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0EBB879-AA9E-D3AA-3D4B-0FE474599B84}"/>
              </a:ext>
            </a:extLst>
          </p:cNvPr>
          <p:cNvSpPr/>
          <p:nvPr/>
        </p:nvSpPr>
        <p:spPr>
          <a:xfrm>
            <a:off x="1443632" y="2261297"/>
            <a:ext cx="8605624" cy="2292415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CHECKLIST_ITEMS">
            <a:extLst>
              <a:ext uri="{FF2B5EF4-FFF2-40B4-BE49-F238E27FC236}">
                <a16:creationId xmlns:a16="http://schemas.microsoft.com/office/drawing/2014/main" id="{4EDAE88B-3162-CD49-666B-139A54EB704B}"/>
              </a:ext>
            </a:extLst>
          </p:cNvPr>
          <p:cNvSpPr txBox="1"/>
          <p:nvPr/>
        </p:nvSpPr>
        <p:spPr>
          <a:xfrm>
            <a:off x="1681376" y="2453396"/>
            <a:ext cx="706028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ja-JP" altLang="ja-JP" sz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□ [[チェック項目1]]</a:t>
            </a:r>
            <a:endParaRPr lang="en-US" altLang="ja-JP" sz="12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ts val="2400"/>
              </a:lnSpc>
            </a:pPr>
            <a:r>
              <a:rPr lang="ja-JP" altLang="ja-JP" sz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□ [[チェック項目2]]</a:t>
            </a:r>
            <a:endParaRPr lang="en-US" altLang="ja-JP" sz="12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ts val="2400"/>
              </a:lnSpc>
            </a:pPr>
            <a:r>
              <a:rPr lang="ja-JP" altLang="ja-JP" sz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□ [[チェック項目3]]</a:t>
            </a:r>
            <a:endParaRPr lang="en-US" altLang="ja-JP" sz="12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ts val="2400"/>
              </a:lnSpc>
            </a:pPr>
            <a:r>
              <a:rPr lang="ja-JP" altLang="ja-JP" sz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□ [[チェック項目4]]</a:t>
            </a:r>
            <a:endParaRPr lang="en-US" altLang="ja-JP" sz="12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ts val="2400"/>
              </a:lnSpc>
            </a:pPr>
            <a:r>
              <a:rPr lang="ja-JP" altLang="ja-JP" sz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□ [[チェック項目5]]</a:t>
            </a:r>
            <a:endParaRPr lang="en-US" altLang="ja-JP" sz="12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ts val="2400"/>
              </a:lnSpc>
            </a:pPr>
            <a:r>
              <a:rPr lang="ja-JP" altLang="ja-JP" sz="12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□ [[チェック項目6]]</a:t>
            </a:r>
            <a:endParaRPr kumimoji="1" lang="ja-JP" altLang="en-US" sz="12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CHECKLIST_OUTRO">
            <a:extLst>
              <a:ext uri="{FF2B5EF4-FFF2-40B4-BE49-F238E27FC236}">
                <a16:creationId xmlns:a16="http://schemas.microsoft.com/office/drawing/2014/main" id="{A73673E1-A52F-BA2A-FEC7-FF9C73865374}"/>
              </a:ext>
            </a:extLst>
          </p:cNvPr>
          <p:cNvSpPr txBox="1"/>
          <p:nvPr/>
        </p:nvSpPr>
        <p:spPr>
          <a:xfrm>
            <a:off x="1443632" y="4741366"/>
            <a:ext cx="8605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チェック後の案内文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10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CAUTION_TEXT">
            <a:extLst>
              <a:ext uri="{FF2B5EF4-FFF2-40B4-BE49-F238E27FC236}">
                <a16:creationId xmlns:a16="http://schemas.microsoft.com/office/drawing/2014/main" id="{243244E7-F9DA-6B22-53CD-326D479B0F20}"/>
              </a:ext>
            </a:extLst>
          </p:cNvPr>
          <p:cNvSpPr txBox="1"/>
          <p:nvPr/>
        </p:nvSpPr>
        <p:spPr>
          <a:xfrm>
            <a:off x="2122450" y="5165307"/>
            <a:ext cx="793595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ja-JP" altLang="ja-JP" sz="900">
                <a:solidFill>
                  <a:srgbClr val="D7000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900">
                <a:solidFill>
                  <a:srgbClr val="D7000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注意</a:t>
            </a:r>
            <a:r>
              <a:rPr lang="ja-JP" altLang="ja-JP" sz="900">
                <a:solidFill>
                  <a:srgbClr val="D7000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文]]</a:t>
            </a:r>
            <a:endParaRPr kumimoji="1" lang="ja-JP" altLang="en-US" sz="900">
              <a:solidFill>
                <a:srgbClr val="D7000F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3" name="CAUTION_MARK">
            <a:extLst>
              <a:ext uri="{FF2B5EF4-FFF2-40B4-BE49-F238E27FC236}">
                <a16:creationId xmlns:a16="http://schemas.microsoft.com/office/drawing/2014/main" id="{4B446A65-6342-322B-36EE-984FCC0E2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3631" y="5142516"/>
            <a:ext cx="533400" cy="215900"/>
          </a:xfrm>
          <a:prstGeom prst="rect">
            <a:avLst/>
          </a:prstGeom>
        </p:spPr>
      </p:pic>
      <p:sp>
        <p:nvSpPr>
          <p:cNvPr id="8" name="IMAGE_1_CAPTION">
            <a:extLst>
              <a:ext uri="{FF2B5EF4-FFF2-40B4-BE49-F238E27FC236}">
                <a16:creationId xmlns:a16="http://schemas.microsoft.com/office/drawing/2014/main" id="{2D409B3E-0B64-916A-1CD1-65BB821B666E}"/>
              </a:ext>
            </a:extLst>
          </p:cNvPr>
          <p:cNvSpPr txBox="1"/>
          <p:nvPr/>
        </p:nvSpPr>
        <p:spPr>
          <a:xfrm>
            <a:off x="6029363" y="6243701"/>
            <a:ext cx="254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600">
                <a:latin typeface="Meiryo" panose="020B0604030504040204" pitchFamily="34" charset="-128"/>
                <a:ea typeface="Meiryo" panose="020B0604030504040204" pitchFamily="34" charset="-128"/>
              </a:rPr>
              <a:t>キャプション</a:t>
            </a:r>
            <a:r>
              <a:rPr lang="en-US" altLang="ja-JP" sz="6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ja-JP" sz="600"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kumimoji="1" lang="ja-JP" altLang="en-US" sz="60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ED5DE5-81DD-9B91-918F-F8C31C347393}"/>
              </a:ext>
            </a:extLst>
          </p:cNvPr>
          <p:cNvSpPr/>
          <p:nvPr/>
        </p:nvSpPr>
        <p:spPr>
          <a:xfrm>
            <a:off x="6027762" y="4926032"/>
            <a:ext cx="1939175" cy="1241511"/>
          </a:xfrm>
          <a:prstGeom prst="rect">
            <a:avLst/>
          </a:prstGeom>
          <a:solidFill>
            <a:srgbClr val="E6E8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[[</a:t>
            </a:r>
            <a:r>
              <a:rPr lang="ja-JP" altLang="en-US">
                <a:solidFill>
                  <a:schemeClr val="tx1"/>
                </a:solidFill>
              </a:rPr>
              <a:t>画像</a:t>
            </a:r>
            <a:r>
              <a:rPr lang="en-US" altLang="ja-JP" dirty="0">
                <a:solidFill>
                  <a:schemeClr val="tx1"/>
                </a:solidFill>
              </a:rPr>
              <a:t>1]]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36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6B46-4E82-94AC-CB74-085B9799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5474B1-1D14-296B-3A2E-FA1C3BD15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CC6382-535C-F552-811A-7A4995FDD6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605623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B39BF9B7-3B8A-9570-4A00-73BC2EDB4FA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10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graphicFrame>
        <p:nvGraphicFramePr>
          <p:cNvPr id="14" name="グラフ 13">
            <a:extLst>
              <a:ext uri="{FF2B5EF4-FFF2-40B4-BE49-F238E27FC236}">
                <a16:creationId xmlns:a16="http://schemas.microsoft.com/office/drawing/2014/main" id="{217E2247-E13F-962F-B69C-BE2E89771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8309792"/>
              </p:ext>
            </p:extLst>
          </p:nvPr>
        </p:nvGraphicFramePr>
        <p:xfrm>
          <a:off x="6261554" y="1776360"/>
          <a:ext cx="3507777" cy="255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MAIN_SECTION_TITLE">
            <a:extLst>
              <a:ext uri="{FF2B5EF4-FFF2-40B4-BE49-F238E27FC236}">
                <a16:creationId xmlns:a16="http://schemas.microsoft.com/office/drawing/2014/main" id="{563E38BA-03A3-3E26-911A-28F46FBDF1FC}"/>
              </a:ext>
            </a:extLst>
          </p:cNvPr>
          <p:cNvSpPr txBox="1"/>
          <p:nvPr/>
        </p:nvSpPr>
        <p:spPr>
          <a:xfrm>
            <a:off x="1582052" y="1497330"/>
            <a:ext cx="4502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SECTION_LINE">
            <a:extLst>
              <a:ext uri="{FF2B5EF4-FFF2-40B4-BE49-F238E27FC236}">
                <a16:creationId xmlns:a16="http://schemas.microsoft.com/office/drawing/2014/main" id="{D3783AC1-192C-45EC-78EF-B88D2A41C5A2}"/>
              </a:ext>
            </a:extLst>
          </p:cNvPr>
          <p:cNvSpPr/>
          <p:nvPr/>
        </p:nvSpPr>
        <p:spPr>
          <a:xfrm>
            <a:off x="1443632" y="1531560"/>
            <a:ext cx="45719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MAIN_BODY_TEXT">
            <a:extLst>
              <a:ext uri="{FF2B5EF4-FFF2-40B4-BE49-F238E27FC236}">
                <a16:creationId xmlns:a16="http://schemas.microsoft.com/office/drawing/2014/main" id="{337E9BD3-983F-C8DC-EB0F-EA063B132FFF}"/>
              </a:ext>
            </a:extLst>
          </p:cNvPr>
          <p:cNvSpPr txBox="1"/>
          <p:nvPr/>
        </p:nvSpPr>
        <p:spPr>
          <a:xfrm>
            <a:off x="1443632" y="1879294"/>
            <a:ext cx="4640645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lang="en-US" altLang="ja-JP" sz="10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611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F256-0F6B-4551-5E10-E5A77717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F63DF7-A2A6-F9AB-FB35-948FCAA72A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92" y="732684"/>
            <a:ext cx="756356" cy="395640"/>
          </a:xfrm>
        </p:spPr>
        <p:txBody>
          <a:bodyPr>
            <a:noAutofit/>
          </a:bodyPr>
          <a:lstStyle/>
          <a:p>
            <a:r>
              <a:rPr kumimoji="1" lang="en-US" altLang="ja-JP" dirty="0"/>
              <a:t>00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98970B-32A6-7B7E-A06D-5B1499C571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3631" y="732684"/>
            <a:ext cx="8605623" cy="395640"/>
          </a:xfrm>
        </p:spPr>
        <p:txBody>
          <a:bodyPr>
            <a:noAutofit/>
          </a:bodyPr>
          <a:lstStyle/>
          <a:p>
            <a:r>
              <a:rPr lang="ja-JP" altLang="ja-JP"/>
              <a:t>[[章タイトル]]</a:t>
            </a:r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14EA3491-4F9D-D7A7-2F68-230A203B91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02928F-94CC-A748-AE90-3A424BDEF7C8}" type="slidenum">
              <a:rPr kumimoji="1" lang="ja-JP" altLang="en-US" smtClean="0"/>
              <a:pPr/>
              <a:t>11</a:t>
            </a:fld>
            <a:endParaRPr kumimoji="1" lang="ja-JP" altLang="en-US">
              <a:solidFill>
                <a:srgbClr val="02182E"/>
              </a:solidFill>
            </a:endParaRPr>
          </a:p>
        </p:txBody>
      </p:sp>
      <p:graphicFrame>
        <p:nvGraphicFramePr>
          <p:cNvPr id="14" name="グラフ 13">
            <a:extLst>
              <a:ext uri="{FF2B5EF4-FFF2-40B4-BE49-F238E27FC236}">
                <a16:creationId xmlns:a16="http://schemas.microsoft.com/office/drawing/2014/main" id="{6977B478-6CD5-E809-9E2C-C8EBF9F813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6088546"/>
              </p:ext>
            </p:extLst>
          </p:nvPr>
        </p:nvGraphicFramePr>
        <p:xfrm>
          <a:off x="6261554" y="1776360"/>
          <a:ext cx="3507777" cy="255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MAIN_SECTION_TITLE">
            <a:extLst>
              <a:ext uri="{FF2B5EF4-FFF2-40B4-BE49-F238E27FC236}">
                <a16:creationId xmlns:a16="http://schemas.microsoft.com/office/drawing/2014/main" id="{DA11690B-D7E3-2215-95CF-02B2C0DA4AC0}"/>
              </a:ext>
            </a:extLst>
          </p:cNvPr>
          <p:cNvSpPr txBox="1"/>
          <p:nvPr/>
        </p:nvSpPr>
        <p:spPr>
          <a:xfrm>
            <a:off x="1582052" y="1497330"/>
            <a:ext cx="4502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 b="1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[[主要項目]]</a:t>
            </a:r>
            <a:endParaRPr kumimoji="1" lang="ja-JP" altLang="en-US" sz="1600" b="1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SECTION_LINE">
            <a:extLst>
              <a:ext uri="{FF2B5EF4-FFF2-40B4-BE49-F238E27FC236}">
                <a16:creationId xmlns:a16="http://schemas.microsoft.com/office/drawing/2014/main" id="{4865BE49-519A-4D90-2C7F-7B198E06C72E}"/>
              </a:ext>
            </a:extLst>
          </p:cNvPr>
          <p:cNvSpPr/>
          <p:nvPr/>
        </p:nvSpPr>
        <p:spPr>
          <a:xfrm>
            <a:off x="1443632" y="1531560"/>
            <a:ext cx="45719" cy="244800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MAIN_BODY_TEXT">
            <a:extLst>
              <a:ext uri="{FF2B5EF4-FFF2-40B4-BE49-F238E27FC236}">
                <a16:creationId xmlns:a16="http://schemas.microsoft.com/office/drawing/2014/main" id="{738A51B3-1B8A-061B-096E-558C8F9C558A}"/>
              </a:ext>
            </a:extLst>
          </p:cNvPr>
          <p:cNvSpPr txBox="1"/>
          <p:nvPr/>
        </p:nvSpPr>
        <p:spPr>
          <a:xfrm>
            <a:off x="1443632" y="1879294"/>
            <a:ext cx="4640645" cy="303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[[</a:t>
            </a:r>
            <a:r>
              <a:rPr lang="ja-JP" altLang="en-US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</a:t>
            </a:r>
            <a:r>
              <a:rPr lang="ja-JP" altLang="ja-JP" sz="1000">
                <a:solidFill>
                  <a:srgbClr val="02182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]]</a:t>
            </a:r>
            <a:endParaRPr lang="en-US" altLang="ja-JP" sz="1000" dirty="0">
              <a:solidFill>
                <a:srgbClr val="02182E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140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1973</TotalTime>
  <Words>746</Words>
  <Application>Microsoft Macintosh PowerPoint</Application>
  <PresentationFormat>ユーザー設定</PresentationFormat>
  <Paragraphs>135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Meiryo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浩二 都丸</dc:creator>
  <cp:lastModifiedBy>伊藤 一弥</cp:lastModifiedBy>
  <cp:revision>15</cp:revision>
  <dcterms:created xsi:type="dcterms:W3CDTF">2026-09-01T03:16:00Z</dcterms:created>
  <dcterms:modified xsi:type="dcterms:W3CDTF">2026-10-01T08:56:18Z</dcterms:modified>
</cp:coreProperties>
</file>